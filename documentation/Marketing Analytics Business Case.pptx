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37" d="100"/>
          <a:sy n="37" d="100"/>
        </p:scale>
        <p:origin x="12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30.04.2025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dirty="0"/>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612</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muriel Tchanto</cp:lastModifiedBy>
  <cp:revision>2</cp:revision>
  <dcterms:created xsi:type="dcterms:W3CDTF">2024-07-20T13:50:58Z</dcterms:created>
  <dcterms:modified xsi:type="dcterms:W3CDTF">2025-04-30T22:05:01Z</dcterms:modified>
</cp:coreProperties>
</file>