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p:scale>
          <a:sx n="108" d="100"/>
          <a:sy n="108" d="100"/>
        </p:scale>
        <p:origin x="-120" y="-17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4/30/2025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4/30/2025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4/30/2025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a:t>Overview</a:t>
            </a:r>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a:t>Decreased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a:t>Customer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Actions</a:t>
            </a:r>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TotalTime>
  <Words>787</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muriel Tchanto</cp:lastModifiedBy>
  <cp:revision>3</cp:revision>
  <dcterms:created xsi:type="dcterms:W3CDTF">2024-09-03T15:16:05Z</dcterms:created>
  <dcterms:modified xsi:type="dcterms:W3CDTF">2025-04-30T15:30:00Z</dcterms:modified>
</cp:coreProperties>
</file>